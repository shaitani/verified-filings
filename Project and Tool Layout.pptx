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B0B0"/>
    <a:srgbClr val="B17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20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6699799" y="1475054"/>
            <a:ext cx="1196156" cy="437176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600" dirty="0"/>
              <a:t>PostgreSQL Server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 err="1"/>
              <a:t>pg</a:t>
            </a:r>
            <a:r>
              <a:rPr lang="en-US" sz="1100" b="1" u="sng" dirty="0"/>
              <a:t>-admin GUI</a:t>
            </a:r>
            <a:endParaRPr lang="en-US" sz="1100" dirty="0"/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722032" y="327047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750160" y="1475054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750160" y="3131739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10814" y="2836642"/>
            <a:ext cx="0" cy="295097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750160" y="4005286"/>
            <a:ext cx="1121308" cy="18415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1310814" y="3680713"/>
            <a:ext cx="0" cy="324573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776856" y="1495077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2708398" y="1475053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 err="1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2735094" y="1495077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2708397" y="3029953"/>
            <a:ext cx="1256225" cy="120597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2735094" y="3058805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3336510" y="2776572"/>
            <a:ext cx="2" cy="25338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4390043" y="1475052"/>
            <a:ext cx="1256227" cy="68746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Creates SQL Scripts, </a:t>
            </a:r>
          </a:p>
          <a:p>
            <a:pPr algn="ctr"/>
            <a:r>
              <a:rPr lang="en-US" sz="700" i="1" dirty="0"/>
              <a:t>also maintains field </a:t>
            </a:r>
          </a:p>
          <a:p>
            <a:pPr algn="ctr"/>
            <a:r>
              <a:rPr lang="en-US" sz="700" i="1" dirty="0"/>
              <a:t>history in a file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4416739" y="1495076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</a:t>
            </a:r>
            <a:r>
              <a:rPr lang="en-US" sz="700" dirty="0" err="1"/>
              <a:t>cmd</a:t>
            </a:r>
            <a:endParaRPr lang="en-US" sz="7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5D63EDA-B8E8-A96D-4F52-2B2F83DD340F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3964622" y="1818787"/>
            <a:ext cx="425421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4390042" y="2443683"/>
            <a:ext cx="1256227" cy="545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SQL Scripts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creates empty tables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2"/>
            <a:endCxn id="39" idx="0"/>
          </p:cNvCxnSpPr>
          <p:nvPr/>
        </p:nvCxnSpPr>
        <p:spPr>
          <a:xfrm flipH="1">
            <a:off x="5018156" y="2162521"/>
            <a:ext cx="1" cy="28116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1871468" y="5059235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2708397" y="4448974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Injector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 err="1"/>
              <a:t>SQLAlchemy</a:t>
            </a:r>
            <a:endParaRPr lang="en-US" sz="1050" b="1" u="sng" dirty="0"/>
          </a:p>
          <a:p>
            <a:pPr algn="ctr"/>
            <a:r>
              <a:rPr lang="en-US" sz="1050" i="1" dirty="0"/>
              <a:t>[Insertion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schemas to </a:t>
            </a:r>
          </a:p>
          <a:p>
            <a:pPr algn="ctr"/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2735094" y="4468997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191556" y="4448974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Inject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C0DCC2B-F0ED-C44D-F912-30A273744E6B}"/>
              </a:ext>
            </a:extLst>
          </p:cNvPr>
          <p:cNvGrpSpPr/>
          <p:nvPr/>
        </p:nvGrpSpPr>
        <p:grpSpPr>
          <a:xfrm>
            <a:off x="6957480" y="2443683"/>
            <a:ext cx="680794" cy="785917"/>
            <a:chOff x="8227377" y="3019807"/>
            <a:chExt cx="680794" cy="785917"/>
          </a:xfrm>
        </p:grpSpPr>
        <p:sp>
          <p:nvSpPr>
            <p:cNvPr id="91" name="Flowchart: Magnetic Disk 90">
              <a:extLst>
                <a:ext uri="{FF2B5EF4-FFF2-40B4-BE49-F238E27FC236}">
                  <a16:creationId xmlns:a16="http://schemas.microsoft.com/office/drawing/2014/main" id="{961F415A-E701-B16B-43F7-898098F54C01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lowchart: Magnetic Disk 93">
              <a:extLst>
                <a:ext uri="{FF2B5EF4-FFF2-40B4-BE49-F238E27FC236}">
                  <a16:creationId xmlns:a16="http://schemas.microsoft.com/office/drawing/2014/main" id="{CCE88E27-7F8B-4843-638A-CC2FD96BA271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lowchart: Magnetic Disk 94">
              <a:extLst>
                <a:ext uri="{FF2B5EF4-FFF2-40B4-BE49-F238E27FC236}">
                  <a16:creationId xmlns:a16="http://schemas.microsoft.com/office/drawing/2014/main" id="{D809B7D5-7C3B-9CF8-6B19-ABDC31BC3418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646269" y="2716483"/>
            <a:ext cx="1053530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B31FD5A-7DA6-457D-A863-359E5362F9F7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5646269" y="5147897"/>
            <a:ext cx="1053530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2451709" y="29359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2451709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4156555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074182" y="227252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2450239" y="4334719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508450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5927185" y="2529424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6699800" y="1023326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82C30CE7-750F-EA4E-A684-D28105A3966B}"/>
              </a:ext>
            </a:extLst>
          </p:cNvPr>
          <p:cNvSpPr/>
          <p:nvPr/>
        </p:nvSpPr>
        <p:spPr>
          <a:xfrm>
            <a:off x="7023549" y="3324719"/>
            <a:ext cx="548656" cy="20856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admin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4581610" y="3022272"/>
            <a:ext cx="873082" cy="248173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</a:t>
            </a:r>
          </a:p>
          <a:p>
            <a:pPr algn="ctr"/>
            <a:r>
              <a:rPr lang="en-US" sz="700" dirty="0"/>
              <a:t>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581609" y="5900631"/>
            <a:ext cx="873083" cy="249337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</a:t>
            </a:r>
          </a:p>
          <a:p>
            <a:pPr algn="ctr"/>
            <a:r>
              <a:rPr lang="en-US" sz="700" dirty="0"/>
              <a:t>data manip. language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1507</TotalTime>
  <Words>145</Words>
  <Application>Microsoft Office PowerPoint</Application>
  <PresentationFormat>Widescreen</PresentationFormat>
  <Paragraphs>61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6</cp:revision>
  <dcterms:created xsi:type="dcterms:W3CDTF">2026-08-29T16:39:18Z</dcterms:created>
  <dcterms:modified xsi:type="dcterms:W3CDTF">2026-08-30T17:46:23Z</dcterms:modified>
</cp:coreProperties>
</file>