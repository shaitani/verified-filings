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5" y="829460"/>
            <a:ext cx="1022504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Services</a:t>
            </a:r>
            <a:endParaRPr lang="en-US" sz="1400" dirty="0"/>
          </a:p>
          <a:p>
            <a:pPr algn="ctr"/>
            <a:r>
              <a:rPr lang="en-US" sz="1100" u="sng" dirty="0"/>
              <a:t>app/web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670527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230729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Does mapping from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into a </a:t>
            </a:r>
          </a:p>
          <a:p>
            <a:pPr algn="ctr"/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 </a:t>
            </a:r>
          </a:p>
          <a:p>
            <a:pPr algn="ctr"/>
            <a:r>
              <a:rPr lang="en-US" sz="800" dirty="0"/>
              <a:t>(normalizes request to what is retrievable in the database)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769365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56487" y="3407248"/>
            <a:ext cx="51287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</p:cNvCxnSpPr>
          <p:nvPr/>
        </p:nvCxnSpPr>
        <p:spPr>
          <a:xfrm flipV="1">
            <a:off x="970876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96285" y="3407248"/>
            <a:ext cx="53444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301440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27033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  <a:endParaRPr lang="en-US" sz="900" i="1" dirty="0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7974790" y="813026"/>
            <a:ext cx="1068588" cy="2469048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183406" y="1775005"/>
            <a:ext cx="687689" cy="33855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8563858" y="-88338"/>
            <a:ext cx="1380885" cy="3959480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8638501" y="1120812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442347" y="3043410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9006120" y="3043409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540518" y="3043408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6252056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Prose</a:t>
            </a:r>
            <a:br>
              <a:rPr lang="en-US" sz="1600" dirty="0"/>
            </a:br>
            <a:r>
              <a:rPr lang="en-US" sz="1600" dirty="0"/>
              <a:t>Formatter</a:t>
            </a:r>
            <a:endParaRPr lang="en-US" sz="1400" dirty="0"/>
          </a:p>
          <a:p>
            <a:pPr algn="ctr"/>
            <a:r>
              <a:rPr lang="en-US" sz="1100" u="sng" dirty="0"/>
              <a:t>app/?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stCxn id="8" idx="2"/>
            <a:endCxn id="9" idx="1"/>
          </p:cNvCxnSpPr>
          <p:nvPr/>
        </p:nvCxnSpPr>
        <p:spPr>
          <a:xfrm rot="16200000" flipH="1">
            <a:off x="6040849" y="1777569"/>
            <a:ext cx="686697" cy="2572660"/>
          </a:xfrm>
          <a:prstGeom prst="bent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627205" y="1513256"/>
            <a:ext cx="624851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5944109" y="127075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21764</TotalTime>
  <Words>429</Words>
  <Application>Microsoft Office PowerPoint</Application>
  <PresentationFormat>Widescreen</PresentationFormat>
  <Paragraphs>160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35</cp:revision>
  <dcterms:created xsi:type="dcterms:W3CDTF">2026-08-29T16:39:18Z</dcterms:created>
  <dcterms:modified xsi:type="dcterms:W3CDTF">2026-09-24T22:17:32Z</dcterms:modified>
</cp:coreProperties>
</file>