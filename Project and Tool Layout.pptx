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4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CE05274-4548-E41B-58C8-75D317FE550B}"/>
              </a:ext>
            </a:extLst>
          </p:cNvPr>
          <p:cNvSpPr/>
          <p:nvPr/>
        </p:nvSpPr>
        <p:spPr>
          <a:xfrm>
            <a:off x="8367658" y="4125997"/>
            <a:ext cx="993676" cy="1187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2338176" y="818595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6647580" y="2736527"/>
            <a:ext cx="1314542" cy="25954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6647580" y="1526062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706773" y="3290505"/>
            <a:ext cx="1196156" cy="19781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26187" y="1051755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52883" y="1071779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4355862" y="1051754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4382559" y="1080606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3982415" y="1702514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2708399" y="2973922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2735095" y="299394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37114" y="2973922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3964626" y="3405027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8530653" y="4411817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594298" y="3405027"/>
            <a:ext cx="1112475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60504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099174" y="957725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69498" y="93816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2474911" y="286033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31126" y="295749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884129" y="321439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706773" y="1120013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29165" y="3886609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29165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bg1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2F6E475-DA7E-0118-0D9B-1058897002CF}"/>
              </a:ext>
            </a:extLst>
          </p:cNvPr>
          <p:cNvSpPr txBox="1"/>
          <p:nvPr/>
        </p:nvSpPr>
        <p:spPr>
          <a:xfrm>
            <a:off x="5830555" y="3429000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9052ABB-DB4C-5512-9E07-6F60D755833E}"/>
              </a:ext>
            </a:extLst>
          </p:cNvPr>
          <p:cNvSpPr txBox="1"/>
          <p:nvPr/>
        </p:nvSpPr>
        <p:spPr>
          <a:xfrm>
            <a:off x="5873611" y="5175443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6707651" y="1906506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7304851" y="2449013"/>
            <a:ext cx="0" cy="287514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6839157" y="3842999"/>
            <a:ext cx="931388" cy="3470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📚 </a:t>
            </a:r>
            <a:r>
              <a:rPr lang="en-US" sz="12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6405930" y="140592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6405930" y="266664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58E378-64A6-E028-0C10-0269BED70907}"/>
              </a:ext>
            </a:extLst>
          </p:cNvPr>
          <p:cNvCxnSpPr>
            <a:cxnSpLocks/>
          </p:cNvCxnSpPr>
          <p:nvPr/>
        </p:nvCxnSpPr>
        <p:spPr>
          <a:xfrm>
            <a:off x="7902929" y="4750067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6647580" y="5387637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6706773" y="5724040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6914467" y="5906573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8367658" y="5468951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8530653" y="5721371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7902929" y="5961104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7656</TotalTime>
  <Words>254</Words>
  <Application>Microsoft Office PowerPoint</Application>
  <PresentationFormat>Widescreen</PresentationFormat>
  <Paragraphs>80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21</cp:revision>
  <dcterms:created xsi:type="dcterms:W3CDTF">2026-08-29T16:39:18Z</dcterms:created>
  <dcterms:modified xsi:type="dcterms:W3CDTF">2026-09-05T01:38:40Z</dcterms:modified>
</cp:coreProperties>
</file>