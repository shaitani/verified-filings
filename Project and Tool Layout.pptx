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647580" y="1475052"/>
            <a:ext cx="1314542" cy="437176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647580" y="300845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6773" y="2054076"/>
            <a:ext cx="1196156" cy="33922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70528" y="2629312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6773" y="5909454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73611" y="274403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707651" y="681289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304851" y="1223796"/>
            <a:ext cx="0" cy="251256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6839157" y="3613093"/>
            <a:ext cx="931388" cy="3470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📚 </a:t>
            </a:r>
            <a:r>
              <a:rPr lang="en-US" sz="1200" b="1" u="sng" dirty="0"/>
              <a:t>pg-vector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</TotalTime>
  <Words>208</Words>
  <Application>Microsoft Office PowerPoint</Application>
  <PresentationFormat>Widescreen</PresentationFormat>
  <Paragraphs>68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14</cp:revision>
  <dcterms:created xsi:type="dcterms:W3CDTF">2026-08-29T16:39:18Z</dcterms:created>
  <dcterms:modified xsi:type="dcterms:W3CDTF">2026-08-31T00:53:50Z</dcterms:modified>
</cp:coreProperties>
</file>